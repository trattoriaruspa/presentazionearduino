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</p:sldIdLst>
  <p:sldSz cx="9144000" cy="5143500" type="screen16x9"/>
  <p:notesSz cx="5143500" cy="9144000"/>
  <p:embeddedFontLst>
    <p:embeddedFont>
      <p:font typeface="Quattrocento" panose="020B0604020202020204" charset="0"/>
      <p:regular r:id="rId12"/>
      <p:bold r:id="rId13"/>
    </p:embeddedFont>
  </p:embeddedFont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364411-E376-5E19-1FBD-392E78D10D31}" v="205" dt="2026-05-13T08:38:16.752"/>
    <p1510:client id="{D8569D21-6E4B-60E9-5A70-0F0573489245}" v="16" dt="2026-05-13T08:50:23.831"/>
    <p1510:client id="{F1C24067-D8D8-C227-3420-B87B241F2C5A}" v="18" dt="2026-05-13T10:27:40.1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a339a8af-c643-403a-9bb6-7a0b48ad66bc::" providerId="AD" clId="Web-{D8569D21-6E4B-60E9-5A70-0F0573489245}"/>
    <pc:docChg chg="modSld">
      <pc:chgData name="Guest User" userId="S::urn:spo:tenantanon#a339a8af-c643-403a-9bb6-7a0b48ad66bc::" providerId="AD" clId="Web-{D8569D21-6E4B-60E9-5A70-0F0573489245}" dt="2026-05-13T08:50:23.831" v="15" actId="14100"/>
      <pc:docMkLst>
        <pc:docMk/>
      </pc:docMkLst>
      <pc:sldChg chg="modSp">
        <pc:chgData name="Guest User" userId="S::urn:spo:tenantanon#a339a8af-c643-403a-9bb6-7a0b48ad66bc::" providerId="AD" clId="Web-{D8569D21-6E4B-60E9-5A70-0F0573489245}" dt="2026-05-13T08:49:19.625" v="6" actId="20577"/>
        <pc:sldMkLst>
          <pc:docMk/>
          <pc:sldMk cId="0" sldId="260"/>
        </pc:sldMkLst>
        <pc:spChg chg="mod">
          <ac:chgData name="Guest User" userId="S::urn:spo:tenantanon#a339a8af-c643-403a-9bb6-7a0b48ad66bc::" providerId="AD" clId="Web-{D8569D21-6E4B-60E9-5A70-0F0573489245}" dt="2026-05-13T08:49:06.702" v="0" actId="20577"/>
          <ac:spMkLst>
            <pc:docMk/>
            <pc:sldMk cId="0" sldId="260"/>
            <ac:spMk id="7" creationId="{00000000-0000-0000-0000-000000000000}"/>
          </ac:spMkLst>
        </pc:spChg>
        <pc:spChg chg="mod">
          <ac:chgData name="Guest User" userId="S::urn:spo:tenantanon#a339a8af-c643-403a-9bb6-7a0b48ad66bc::" providerId="AD" clId="Web-{D8569D21-6E4B-60E9-5A70-0F0573489245}" dt="2026-05-13T08:49:10.296" v="1" actId="1076"/>
          <ac:spMkLst>
            <pc:docMk/>
            <pc:sldMk cId="0" sldId="260"/>
            <ac:spMk id="9" creationId="{00000000-0000-0000-0000-000000000000}"/>
          </ac:spMkLst>
        </pc:spChg>
        <pc:spChg chg="mod">
          <ac:chgData name="Guest User" userId="S::urn:spo:tenantanon#a339a8af-c643-403a-9bb6-7a0b48ad66bc::" providerId="AD" clId="Web-{D8569D21-6E4B-60E9-5A70-0F0573489245}" dt="2026-05-13T08:49:14.921" v="4" actId="20577"/>
          <ac:spMkLst>
            <pc:docMk/>
            <pc:sldMk cId="0" sldId="260"/>
            <ac:spMk id="11" creationId="{00000000-0000-0000-0000-000000000000}"/>
          </ac:spMkLst>
        </pc:spChg>
        <pc:spChg chg="mod">
          <ac:chgData name="Guest User" userId="S::urn:spo:tenantanon#a339a8af-c643-403a-9bb6-7a0b48ad66bc::" providerId="AD" clId="Web-{D8569D21-6E4B-60E9-5A70-0F0573489245}" dt="2026-05-13T08:49:18.093" v="5" actId="20577"/>
          <ac:spMkLst>
            <pc:docMk/>
            <pc:sldMk cId="0" sldId="260"/>
            <ac:spMk id="15" creationId="{00000000-0000-0000-0000-000000000000}"/>
          </ac:spMkLst>
        </pc:spChg>
        <pc:spChg chg="mod">
          <ac:chgData name="Guest User" userId="S::urn:spo:tenantanon#a339a8af-c643-403a-9bb6-7a0b48ad66bc::" providerId="AD" clId="Web-{D8569D21-6E4B-60E9-5A70-0F0573489245}" dt="2026-05-13T08:49:19.625" v="6" actId="20577"/>
          <ac:spMkLst>
            <pc:docMk/>
            <pc:sldMk cId="0" sldId="260"/>
            <ac:spMk id="19" creationId="{00000000-0000-0000-0000-000000000000}"/>
          </ac:spMkLst>
        </pc:spChg>
      </pc:sldChg>
      <pc:sldChg chg="modSp">
        <pc:chgData name="Guest User" userId="S::urn:spo:tenantanon#a339a8af-c643-403a-9bb6-7a0b48ad66bc::" providerId="AD" clId="Web-{D8569D21-6E4B-60E9-5A70-0F0573489245}" dt="2026-05-13T08:50:23.831" v="15" actId="14100"/>
        <pc:sldMkLst>
          <pc:docMk/>
          <pc:sldMk cId="0" sldId="263"/>
        </pc:sldMkLst>
        <pc:spChg chg="mod">
          <ac:chgData name="Guest User" userId="S::urn:spo:tenantanon#a339a8af-c643-403a-9bb6-7a0b48ad66bc::" providerId="AD" clId="Web-{D8569D21-6E4B-60E9-5A70-0F0573489245}" dt="2026-05-13T08:50:07.252" v="11" actId="20577"/>
          <ac:spMkLst>
            <pc:docMk/>
            <pc:sldMk cId="0" sldId="263"/>
            <ac:spMk id="10" creationId="{00000000-0000-0000-0000-000000000000}"/>
          </ac:spMkLst>
        </pc:spChg>
        <pc:picChg chg="mod">
          <ac:chgData name="Guest User" userId="S::urn:spo:tenantanon#a339a8af-c643-403a-9bb6-7a0b48ad66bc::" providerId="AD" clId="Web-{D8569D21-6E4B-60E9-5A70-0F0573489245}" dt="2026-05-13T08:50:23.831" v="15" actId="14100"/>
          <ac:picMkLst>
            <pc:docMk/>
            <pc:sldMk cId="0" sldId="263"/>
            <ac:picMk id="13" creationId="{A5BFA047-AF3D-F9A5-B07E-44C2CD62665D}"/>
          </ac:picMkLst>
        </pc:picChg>
      </pc:sldChg>
    </pc:docChg>
  </pc:docChgLst>
  <pc:docChgLst>
    <pc:chgData name="Guest User" userId="S::urn:spo:tenantanon#a339a8af-c643-403a-9bb6-7a0b48ad66bc::" providerId="AD" clId="Web-{F1C24067-D8D8-C227-3420-B87B241F2C5A}"/>
    <pc:docChg chg="modSld">
      <pc:chgData name="Guest User" userId="S::urn:spo:tenantanon#a339a8af-c643-403a-9bb6-7a0b48ad66bc::" providerId="AD" clId="Web-{F1C24067-D8D8-C227-3420-B87B241F2C5A}" dt="2026-05-13T10:27:40.175" v="13" actId="14100"/>
      <pc:docMkLst>
        <pc:docMk/>
      </pc:docMkLst>
      <pc:sldChg chg="addSp delSp modSp">
        <pc:chgData name="Guest User" userId="S::urn:spo:tenantanon#a339a8af-c643-403a-9bb6-7a0b48ad66bc::" providerId="AD" clId="Web-{F1C24067-D8D8-C227-3420-B87B241F2C5A}" dt="2026-05-13T10:27:40.175" v="13" actId="14100"/>
        <pc:sldMkLst>
          <pc:docMk/>
          <pc:sldMk cId="71226284" sldId="266"/>
        </pc:sldMkLst>
        <pc:spChg chg="mod">
          <ac:chgData name="Guest User" userId="S::urn:spo:tenantanon#a339a8af-c643-403a-9bb6-7a0b48ad66bc::" providerId="AD" clId="Web-{F1C24067-D8D8-C227-3420-B87B241F2C5A}" dt="2026-05-13T10:11:06.586" v="2" actId="20577"/>
          <ac:spMkLst>
            <pc:docMk/>
            <pc:sldMk cId="71226284" sldId="266"/>
            <ac:spMk id="7" creationId="{47DB2126-9778-B36E-2146-044B88DD35F9}"/>
          </ac:spMkLst>
        </pc:spChg>
        <pc:spChg chg="mod">
          <ac:chgData name="Guest User" userId="S::urn:spo:tenantanon#a339a8af-c643-403a-9bb6-7a0b48ad66bc::" providerId="AD" clId="Web-{F1C24067-D8D8-C227-3420-B87B241F2C5A}" dt="2026-05-13T10:11:08.726" v="5" actId="20577"/>
          <ac:spMkLst>
            <pc:docMk/>
            <pc:sldMk cId="71226284" sldId="266"/>
            <ac:spMk id="8" creationId="{57A56EF5-BFE8-577C-B43B-CBAE8CBC84D2}"/>
          </ac:spMkLst>
        </pc:spChg>
        <pc:picChg chg="add del mod">
          <ac:chgData name="Guest User" userId="S::urn:spo:tenantanon#a339a8af-c643-403a-9bb6-7a0b48ad66bc::" providerId="AD" clId="Web-{F1C24067-D8D8-C227-3420-B87B241F2C5A}" dt="2026-05-13T10:27:18.689" v="10"/>
          <ac:picMkLst>
            <pc:docMk/>
            <pc:sldMk cId="71226284" sldId="266"/>
            <ac:picMk id="2" creationId="{AD0517E4-5C03-A463-5A00-C1DF618719CF}"/>
          </ac:picMkLst>
        </pc:picChg>
        <pc:picChg chg="add mod">
          <ac:chgData name="Guest User" userId="S::urn:spo:tenantanon#a339a8af-c643-403a-9bb6-7a0b48ad66bc::" providerId="AD" clId="Web-{F1C24067-D8D8-C227-3420-B87B241F2C5A}" dt="2026-05-13T10:27:40.175" v="13" actId="14100"/>
          <ac:picMkLst>
            <pc:docMk/>
            <pc:sldMk cId="71226284" sldId="266"/>
            <ac:picMk id="4" creationId="{B2329453-732D-A0BB-DDF1-85B940A70F47}"/>
          </ac:picMkLst>
        </pc:picChg>
      </pc:sldChg>
    </pc:docChg>
  </pc:docChgLst>
  <pc:docChgLst>
    <pc:chgData name="Guest User" userId="S::urn:spo:tenantanon#a339a8af-c643-403a-9bb6-7a0b48ad66bc::" providerId="AD" clId="Web-{25364411-E376-5E19-1FBD-392E78D10D31}"/>
    <pc:docChg chg="addSld delSld modSld sldOrd">
      <pc:chgData name="Guest User" userId="S::urn:spo:tenantanon#a339a8af-c643-403a-9bb6-7a0b48ad66bc::" providerId="AD" clId="Web-{25364411-E376-5E19-1FBD-392E78D10D31}" dt="2026-05-13T08:38:16.752" v="170"/>
      <pc:docMkLst>
        <pc:docMk/>
      </pc:docMkLst>
      <pc:sldChg chg="addSp modSp">
        <pc:chgData name="Guest User" userId="S::urn:spo:tenantanon#a339a8af-c643-403a-9bb6-7a0b48ad66bc::" providerId="AD" clId="Web-{25364411-E376-5E19-1FBD-392E78D10D31}" dt="2026-05-13T08:27:25.823" v="7" actId="14100"/>
        <pc:sldMkLst>
          <pc:docMk/>
          <pc:sldMk cId="0" sldId="257"/>
        </pc:sldMkLst>
        <pc:picChg chg="add mod">
          <ac:chgData name="Guest User" userId="S::urn:spo:tenantanon#a339a8af-c643-403a-9bb6-7a0b48ad66bc::" providerId="AD" clId="Web-{25364411-E376-5E19-1FBD-392E78D10D31}" dt="2026-05-13T08:27:25.823" v="7" actId="14100"/>
          <ac:picMkLst>
            <pc:docMk/>
            <pc:sldMk cId="0" sldId="257"/>
            <ac:picMk id="13" creationId="{041032FE-44C2-2C54-87F1-F3824D0A08D5}"/>
          </ac:picMkLst>
        </pc:picChg>
      </pc:sldChg>
      <pc:sldChg chg="addSp">
        <pc:chgData name="Guest User" userId="S::urn:spo:tenantanon#a339a8af-c643-403a-9bb6-7a0b48ad66bc::" providerId="AD" clId="Web-{25364411-E376-5E19-1FBD-392E78D10D31}" dt="2026-05-13T08:27:34.245" v="8"/>
        <pc:sldMkLst>
          <pc:docMk/>
          <pc:sldMk cId="0" sldId="258"/>
        </pc:sldMkLst>
        <pc:picChg chg="add">
          <ac:chgData name="Guest User" userId="S::urn:spo:tenantanon#a339a8af-c643-403a-9bb6-7a0b48ad66bc::" providerId="AD" clId="Web-{25364411-E376-5E19-1FBD-392E78D10D31}" dt="2026-05-13T08:27:34.245" v="8"/>
          <ac:picMkLst>
            <pc:docMk/>
            <pc:sldMk cId="0" sldId="258"/>
            <ac:picMk id="18" creationId="{81BC1C9B-4013-0525-308A-1DC1A2715BF8}"/>
          </ac:picMkLst>
        </pc:picChg>
      </pc:sldChg>
      <pc:sldChg chg="addSp">
        <pc:chgData name="Guest User" userId="S::urn:spo:tenantanon#a339a8af-c643-403a-9bb6-7a0b48ad66bc::" providerId="AD" clId="Web-{25364411-E376-5E19-1FBD-392E78D10D31}" dt="2026-05-13T08:27:40.339" v="9"/>
        <pc:sldMkLst>
          <pc:docMk/>
          <pc:sldMk cId="0" sldId="259"/>
        </pc:sldMkLst>
        <pc:picChg chg="add">
          <ac:chgData name="Guest User" userId="S::urn:spo:tenantanon#a339a8af-c643-403a-9bb6-7a0b48ad66bc::" providerId="AD" clId="Web-{25364411-E376-5E19-1FBD-392E78D10D31}" dt="2026-05-13T08:27:40.339" v="9"/>
          <ac:picMkLst>
            <pc:docMk/>
            <pc:sldMk cId="0" sldId="259"/>
            <ac:picMk id="19" creationId="{73E59F0E-41B1-DDFA-7897-6E2C1EA6C5A2}"/>
          </ac:picMkLst>
        </pc:picChg>
      </pc:sldChg>
      <pc:sldChg chg="addSp modSp">
        <pc:chgData name="Guest User" userId="S::urn:spo:tenantanon#a339a8af-c643-403a-9bb6-7a0b48ad66bc::" providerId="AD" clId="Web-{25364411-E376-5E19-1FBD-392E78D10D31}" dt="2026-05-13T08:29:49.280" v="45" actId="14100"/>
        <pc:sldMkLst>
          <pc:docMk/>
          <pc:sldMk cId="0" sldId="260"/>
        </pc:sldMkLst>
        <pc:spChg chg="ord">
          <ac:chgData name="Guest User" userId="S::urn:spo:tenantanon#a339a8af-c643-403a-9bb6-7a0b48ad66bc::" providerId="AD" clId="Web-{25364411-E376-5E19-1FBD-392E78D10D31}" dt="2026-05-13T08:28:26.715" v="25"/>
          <ac:spMkLst>
            <pc:docMk/>
            <pc:sldMk cId="0" sldId="260"/>
            <ac:spMk id="13" creationId="{00000000-0000-0000-0000-000000000000}"/>
          </ac:spMkLst>
        </pc:spChg>
        <pc:spChg chg="mod ord">
          <ac:chgData name="Guest User" userId="S::urn:spo:tenantanon#a339a8af-c643-403a-9bb6-7a0b48ad66bc::" providerId="AD" clId="Web-{25364411-E376-5E19-1FBD-392E78D10D31}" dt="2026-05-13T08:29:42.576" v="44" actId="14100"/>
          <ac:spMkLst>
            <pc:docMk/>
            <pc:sldMk cId="0" sldId="260"/>
            <ac:spMk id="17" creationId="{00000000-0000-0000-0000-000000000000}"/>
          </ac:spMkLst>
        </pc:spChg>
        <pc:spChg chg="mod">
          <ac:chgData name="Guest User" userId="S::urn:spo:tenantanon#a339a8af-c643-403a-9bb6-7a0b48ad66bc::" providerId="AD" clId="Web-{25364411-E376-5E19-1FBD-392E78D10D31}" dt="2026-05-13T08:29:49.280" v="45" actId="14100"/>
          <ac:spMkLst>
            <pc:docMk/>
            <pc:sldMk cId="0" sldId="260"/>
            <ac:spMk id="18" creationId="{00000000-0000-0000-0000-000000000000}"/>
          </ac:spMkLst>
        </pc:spChg>
        <pc:picChg chg="add mod ord modCrop">
          <ac:chgData name="Guest User" userId="S::urn:spo:tenantanon#a339a8af-c643-403a-9bb6-7a0b48ad66bc::" providerId="AD" clId="Web-{25364411-E376-5E19-1FBD-392E78D10D31}" dt="2026-05-13T08:29:21.451" v="42" actId="14100"/>
          <ac:picMkLst>
            <pc:docMk/>
            <pc:sldMk cId="0" sldId="260"/>
            <ac:picMk id="22" creationId="{EB779772-6277-0F4B-1ECE-07DF364559DA}"/>
          </ac:picMkLst>
        </pc:picChg>
      </pc:sldChg>
      <pc:sldChg chg="addSp">
        <pc:chgData name="Guest User" userId="S::urn:spo:tenantanon#a339a8af-c643-403a-9bb6-7a0b48ad66bc::" providerId="AD" clId="Web-{25364411-E376-5E19-1FBD-392E78D10D31}" dt="2026-05-13T08:29:54.092" v="46"/>
        <pc:sldMkLst>
          <pc:docMk/>
          <pc:sldMk cId="0" sldId="261"/>
        </pc:sldMkLst>
        <pc:picChg chg="add">
          <ac:chgData name="Guest User" userId="S::urn:spo:tenantanon#a339a8af-c643-403a-9bb6-7a0b48ad66bc::" providerId="AD" clId="Web-{25364411-E376-5E19-1FBD-392E78D10D31}" dt="2026-05-13T08:29:54.092" v="46"/>
          <ac:picMkLst>
            <pc:docMk/>
            <pc:sldMk cId="0" sldId="261"/>
            <ac:picMk id="21" creationId="{FD2E57BB-8351-7A46-773C-B2E98E0F7A66}"/>
          </ac:picMkLst>
        </pc:picChg>
      </pc:sldChg>
      <pc:sldChg chg="addSp modSp">
        <pc:chgData name="Guest User" userId="S::urn:spo:tenantanon#a339a8af-c643-403a-9bb6-7a0b48ad66bc::" providerId="AD" clId="Web-{25364411-E376-5E19-1FBD-392E78D10D31}" dt="2026-05-13T08:29:58.577" v="48" actId="1076"/>
        <pc:sldMkLst>
          <pc:docMk/>
          <pc:sldMk cId="0" sldId="262"/>
        </pc:sldMkLst>
        <pc:picChg chg="add mod">
          <ac:chgData name="Guest User" userId="S::urn:spo:tenantanon#a339a8af-c643-403a-9bb6-7a0b48ad66bc::" providerId="AD" clId="Web-{25364411-E376-5E19-1FBD-392E78D10D31}" dt="2026-05-13T08:29:58.577" v="48" actId="1076"/>
          <ac:picMkLst>
            <pc:docMk/>
            <pc:sldMk cId="0" sldId="262"/>
            <ac:picMk id="14" creationId="{E4CE48D4-CFBD-90F2-93B6-DC718029BFED}"/>
          </ac:picMkLst>
        </pc:picChg>
      </pc:sldChg>
      <pc:sldChg chg="addSp delSp ord">
        <pc:chgData name="Guest User" userId="S::urn:spo:tenantanon#a339a8af-c643-403a-9bb6-7a0b48ad66bc::" providerId="AD" clId="Web-{25364411-E376-5E19-1FBD-392E78D10D31}" dt="2026-05-13T08:38:08.798" v="169"/>
        <pc:sldMkLst>
          <pc:docMk/>
          <pc:sldMk cId="0" sldId="263"/>
        </pc:sldMkLst>
        <pc:picChg chg="add">
          <ac:chgData name="Guest User" userId="S::urn:spo:tenantanon#a339a8af-c643-403a-9bb6-7a0b48ad66bc::" providerId="AD" clId="Web-{25364411-E376-5E19-1FBD-392E78D10D31}" dt="2026-05-13T08:30:01.452" v="49"/>
          <ac:picMkLst>
            <pc:docMk/>
            <pc:sldMk cId="0" sldId="263"/>
            <ac:picMk id="13" creationId="{A5BFA047-AF3D-F9A5-B07E-44C2CD62665D}"/>
          </ac:picMkLst>
        </pc:picChg>
        <pc:picChg chg="add del">
          <ac:chgData name="Guest User" userId="S::urn:spo:tenantanon#a339a8af-c643-403a-9bb6-7a0b48ad66bc::" providerId="AD" clId="Web-{25364411-E376-5E19-1FBD-392E78D10D31}" dt="2026-05-13T08:30:04.999" v="51"/>
          <ac:picMkLst>
            <pc:docMk/>
            <pc:sldMk cId="0" sldId="263"/>
            <ac:picMk id="15" creationId="{23072824-F682-9200-34F4-32E141E1C07E}"/>
          </ac:picMkLst>
        </pc:picChg>
      </pc:sldChg>
      <pc:sldChg chg="addSp delSp modSp new del">
        <pc:chgData name="Guest User" userId="S::urn:spo:tenantanon#a339a8af-c643-403a-9bb6-7a0b48ad66bc::" providerId="AD" clId="Web-{25364411-E376-5E19-1FBD-392E78D10D31}" dt="2026-05-13T08:36:04.090" v="115"/>
        <pc:sldMkLst>
          <pc:docMk/>
          <pc:sldMk cId="3709214496" sldId="264"/>
        </pc:sldMkLst>
        <pc:spChg chg="add del mod">
          <ac:chgData name="Guest User" userId="S::urn:spo:tenantanon#a339a8af-c643-403a-9bb6-7a0b48ad66bc::" providerId="AD" clId="Web-{25364411-E376-5E19-1FBD-392E78D10D31}" dt="2026-05-13T08:30:41.203" v="59"/>
          <ac:spMkLst>
            <pc:docMk/>
            <pc:sldMk cId="3709214496" sldId="264"/>
            <ac:spMk id="4" creationId="{6359127F-4103-296B-418B-35BE893736FA}"/>
          </ac:spMkLst>
        </pc:spChg>
        <pc:spChg chg="add del mod">
          <ac:chgData name="Guest User" userId="S::urn:spo:tenantanon#a339a8af-c643-403a-9bb6-7a0b48ad66bc::" providerId="AD" clId="Web-{25364411-E376-5E19-1FBD-392E78D10D31}" dt="2026-05-13T08:31:45.455" v="79"/>
          <ac:spMkLst>
            <pc:docMk/>
            <pc:sldMk cId="3709214496" sldId="264"/>
            <ac:spMk id="5" creationId="{24675F56-61B7-B59D-822B-097671AAA620}"/>
          </ac:spMkLst>
        </pc:spChg>
        <pc:spChg chg="add mod">
          <ac:chgData name="Guest User" userId="S::urn:spo:tenantanon#a339a8af-c643-403a-9bb6-7a0b48ad66bc::" providerId="AD" clId="Web-{25364411-E376-5E19-1FBD-392E78D10D31}" dt="2026-05-13T08:35:15.337" v="111" actId="1076"/>
          <ac:spMkLst>
            <pc:docMk/>
            <pc:sldMk cId="3709214496" sldId="264"/>
            <ac:spMk id="6" creationId="{A3ABE980-09C5-B566-A919-767FF005E3F2}"/>
          </ac:spMkLst>
        </pc:spChg>
        <pc:spChg chg="add mod">
          <ac:chgData name="Guest User" userId="S::urn:spo:tenantanon#a339a8af-c643-403a-9bb6-7a0b48ad66bc::" providerId="AD" clId="Web-{25364411-E376-5E19-1FBD-392E78D10D31}" dt="2026-05-13T08:34:49.774" v="107" actId="14100"/>
          <ac:spMkLst>
            <pc:docMk/>
            <pc:sldMk cId="3709214496" sldId="264"/>
            <ac:spMk id="7" creationId="{86E5EFA0-50F4-42C9-6919-EDE5AF522E17}"/>
          </ac:spMkLst>
        </pc:spChg>
        <pc:spChg chg="add mod">
          <ac:chgData name="Guest User" userId="S::urn:spo:tenantanon#a339a8af-c643-403a-9bb6-7a0b48ad66bc::" providerId="AD" clId="Web-{25364411-E376-5E19-1FBD-392E78D10D31}" dt="2026-05-13T08:35:05.009" v="110" actId="20577"/>
          <ac:spMkLst>
            <pc:docMk/>
            <pc:sldMk cId="3709214496" sldId="264"/>
            <ac:spMk id="8" creationId="{C00E9E9E-C2EA-CFFD-88ED-0C2065008F74}"/>
          </ac:spMkLst>
        </pc:spChg>
        <pc:picChg chg="add">
          <ac:chgData name="Guest User" userId="S::urn:spo:tenantanon#a339a8af-c643-403a-9bb6-7a0b48ad66bc::" providerId="AD" clId="Web-{25364411-E376-5E19-1FBD-392E78D10D31}" dt="2026-05-13T08:30:13.140" v="53"/>
          <ac:picMkLst>
            <pc:docMk/>
            <pc:sldMk cId="3709214496" sldId="264"/>
            <ac:picMk id="3" creationId="{82871D74-FBC7-8F56-E96C-1BA4CE587F1B}"/>
          </ac:picMkLst>
        </pc:picChg>
      </pc:sldChg>
      <pc:sldChg chg="new del">
        <pc:chgData name="Guest User" userId="S::urn:spo:tenantanon#a339a8af-c643-403a-9bb6-7a0b48ad66bc::" providerId="AD" clId="Web-{25364411-E376-5E19-1FBD-392E78D10D31}" dt="2026-05-13T08:38:16.752" v="170"/>
        <pc:sldMkLst>
          <pc:docMk/>
          <pc:sldMk cId="1062518094" sldId="265"/>
        </pc:sldMkLst>
      </pc:sldChg>
      <pc:sldChg chg="modSp add ord replId">
        <pc:chgData name="Guest User" userId="S::urn:spo:tenantanon#a339a8af-c643-403a-9bb6-7a0b48ad66bc::" providerId="AD" clId="Web-{25364411-E376-5E19-1FBD-392E78D10D31}" dt="2026-05-13T08:37:57.876" v="168" actId="20577"/>
        <pc:sldMkLst>
          <pc:docMk/>
          <pc:sldMk cId="71226284" sldId="266"/>
        </pc:sldMkLst>
        <pc:spChg chg="mod">
          <ac:chgData name="Guest User" userId="S::urn:spo:tenantanon#a339a8af-c643-403a-9bb6-7a0b48ad66bc::" providerId="AD" clId="Web-{25364411-E376-5E19-1FBD-392E78D10D31}" dt="2026-05-13T08:37:57.876" v="168" actId="20577"/>
          <ac:spMkLst>
            <pc:docMk/>
            <pc:sldMk cId="71226284" sldId="266"/>
            <ac:spMk id="7" creationId="{47DB2126-9778-B36E-2146-044B88DD35F9}"/>
          </ac:spMkLst>
        </pc:spChg>
        <pc:spChg chg="mod">
          <ac:chgData name="Guest User" userId="S::urn:spo:tenantanon#a339a8af-c643-403a-9bb6-7a0b48ad66bc::" providerId="AD" clId="Web-{25364411-E376-5E19-1FBD-392E78D10D31}" dt="2026-05-13T08:36:49.639" v="136" actId="20577"/>
          <ac:spMkLst>
            <pc:docMk/>
            <pc:sldMk cId="71226284" sldId="266"/>
            <ac:spMk id="8" creationId="{57A56EF5-BFE8-577C-B43B-CBAE8CBC84D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2063EF-FDFB-47CA-8557-EBAAD22BD6C5}" type="datetimeFigureOut">
              <a:t>5/13/2026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89CDE3-EEA6-41AF-82FE-D47401D0FD85}" type="slidenum"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70411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.pn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310" y="1916013"/>
            <a:ext cx="35203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275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EcoWatt</a:t>
            </a:r>
            <a:endParaRPr lang="en-US" sz="2750"/>
          </a:p>
        </p:txBody>
      </p:sp>
      <p:sp>
        <p:nvSpPr>
          <p:cNvPr id="4" name="Text 1"/>
          <p:cNvSpPr/>
          <p:nvPr/>
        </p:nvSpPr>
        <p:spPr>
          <a:xfrm>
            <a:off x="523577" y="2580382"/>
            <a:ext cx="46678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150" b="1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Sistema Smart di Risparmio Energetico</a:t>
            </a:r>
            <a:endParaRPr lang="en-US" sz="1150"/>
          </a:p>
        </p:txBody>
      </p:sp>
      <p:sp>
        <p:nvSpPr>
          <p:cNvPr id="5" name="Text 2"/>
          <p:cNvSpPr/>
          <p:nvPr/>
        </p:nvSpPr>
        <p:spPr>
          <a:xfrm>
            <a:off x="523577" y="2988022"/>
            <a:ext cx="46678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15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Andrea Volpi · Alessandro Martinez</a:t>
            </a:r>
            <a:endParaRPr lang="en-US" sz="11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718245"/>
            <a:ext cx="4465960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Perché sprechiamo energia?</a:t>
            </a:r>
            <a:endParaRPr lang="en-US" sz="2750"/>
          </a:p>
        </p:txBody>
      </p:sp>
      <p:sp>
        <p:nvSpPr>
          <p:cNvPr id="4" name="Shape 1"/>
          <p:cNvSpPr/>
          <p:nvPr/>
        </p:nvSpPr>
        <p:spPr>
          <a:xfrm>
            <a:off x="3952577" y="1382613"/>
            <a:ext cx="2259137" cy="1795909"/>
          </a:xfrm>
          <a:prstGeom prst="roundRect">
            <a:avLst>
              <a:gd name="adj" fmla="val 1250"/>
            </a:avLst>
          </a:prstGeom>
          <a:solidFill>
            <a:srgbClr val="315251"/>
          </a:solidFill>
          <a:ln/>
        </p:spPr>
      </p:sp>
      <p:sp>
        <p:nvSpPr>
          <p:cNvPr id="5" name="Text 2"/>
          <p:cNvSpPr/>
          <p:nvPr/>
        </p:nvSpPr>
        <p:spPr>
          <a:xfrm>
            <a:off x="4102150" y="1532186"/>
            <a:ext cx="1805136" cy="229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💡</a:t>
            </a:r>
            <a:r>
              <a:rPr lang="en-US" sz="13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Luci sempre accese</a:t>
            </a:r>
            <a:endParaRPr lang="en-US" sz="1350"/>
          </a:p>
        </p:txBody>
      </p:sp>
      <p:sp>
        <p:nvSpPr>
          <p:cNvPr id="6" name="Text 3"/>
          <p:cNvSpPr/>
          <p:nvPr/>
        </p:nvSpPr>
        <p:spPr>
          <a:xfrm>
            <a:off x="4102150" y="1851422"/>
            <a:ext cx="1959992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Le aule restano illuminate anche quando sono completamente vuote, per ore.</a:t>
            </a:r>
            <a:endParaRPr lang="en-US" sz="1150"/>
          </a:p>
        </p:txBody>
      </p:sp>
      <p:sp>
        <p:nvSpPr>
          <p:cNvPr id="7" name="Shape 4"/>
          <p:cNvSpPr/>
          <p:nvPr/>
        </p:nvSpPr>
        <p:spPr>
          <a:xfrm>
            <a:off x="6361286" y="1382613"/>
            <a:ext cx="2259137" cy="1795909"/>
          </a:xfrm>
          <a:prstGeom prst="roundRect">
            <a:avLst>
              <a:gd name="adj" fmla="val 1250"/>
            </a:avLst>
          </a:prstGeom>
          <a:solidFill>
            <a:srgbClr val="315251"/>
          </a:solidFill>
          <a:ln/>
        </p:spPr>
      </p:sp>
      <p:sp>
        <p:nvSpPr>
          <p:cNvPr id="8" name="Text 5"/>
          <p:cNvSpPr/>
          <p:nvPr/>
        </p:nvSpPr>
        <p:spPr>
          <a:xfrm>
            <a:off x="6510858" y="1532186"/>
            <a:ext cx="1959992" cy="449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🌡️</a:t>
            </a:r>
            <a:r>
              <a:rPr lang="en-US" sz="13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Riscaldamento senza controllo</a:t>
            </a:r>
            <a:endParaRPr lang="en-US" sz="1350"/>
          </a:p>
        </p:txBody>
      </p:sp>
      <p:sp>
        <p:nvSpPr>
          <p:cNvPr id="9" name="Text 6"/>
          <p:cNvSpPr/>
          <p:nvPr/>
        </p:nvSpPr>
        <p:spPr>
          <a:xfrm>
            <a:off x="6510858" y="2071390"/>
            <a:ext cx="1959992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La temperatura non viene regolata in base alla presenza effettiva di persone.</a:t>
            </a:r>
            <a:endParaRPr lang="en-US" sz="1150"/>
          </a:p>
        </p:txBody>
      </p:sp>
      <p:sp>
        <p:nvSpPr>
          <p:cNvPr id="10" name="Shape 7"/>
          <p:cNvSpPr/>
          <p:nvPr/>
        </p:nvSpPr>
        <p:spPr>
          <a:xfrm>
            <a:off x="3952577" y="3328095"/>
            <a:ext cx="4667845" cy="1097161"/>
          </a:xfrm>
          <a:prstGeom prst="roundRect">
            <a:avLst>
              <a:gd name="adj" fmla="val 2045"/>
            </a:avLst>
          </a:prstGeom>
          <a:solidFill>
            <a:srgbClr val="315251"/>
          </a:solidFill>
          <a:ln/>
        </p:spPr>
      </p:sp>
      <p:sp>
        <p:nvSpPr>
          <p:cNvPr id="11" name="Text 8"/>
          <p:cNvSpPr/>
          <p:nvPr/>
        </p:nvSpPr>
        <p:spPr>
          <a:xfrm>
            <a:off x="4102150" y="3477667"/>
            <a:ext cx="2016398" cy="229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🚫</a:t>
            </a:r>
            <a:r>
              <a:rPr lang="en-US" sz="13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Nessuna automazione</a:t>
            </a:r>
            <a:endParaRPr lang="en-US" sz="1350"/>
          </a:p>
        </p:txBody>
      </p:sp>
      <p:sp>
        <p:nvSpPr>
          <p:cNvPr id="12" name="Text 9"/>
          <p:cNvSpPr/>
          <p:nvPr/>
        </p:nvSpPr>
        <p:spPr>
          <a:xfrm>
            <a:off x="4102150" y="3796903"/>
            <a:ext cx="4368701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Senza sistemi automatici, lo spreco energetico è inevitabile e silenzioso.</a:t>
            </a:r>
            <a:endParaRPr lang="en-US" sz="1150"/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041032FE-44C2-2C54-87F1-F3824D0A08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8655" y="4705814"/>
            <a:ext cx="1058902" cy="4362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845790"/>
            <a:ext cx="1189434" cy="281136"/>
          </a:xfrm>
          <a:prstGeom prst="roundRect">
            <a:avLst>
              <a:gd name="adj" fmla="val 6386"/>
            </a:avLst>
          </a:prstGeom>
          <a:solidFill>
            <a:srgbClr val="44170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3321" y="926529"/>
            <a:ext cx="119658" cy="1196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2807" y="890662"/>
            <a:ext cx="830461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LA SOLUZIONE</a:t>
            </a:r>
            <a:endParaRPr lang="en-US" sz="900"/>
          </a:p>
        </p:txBody>
      </p:sp>
      <p:sp>
        <p:nvSpPr>
          <p:cNvPr id="5" name="Text 2"/>
          <p:cNvSpPr/>
          <p:nvPr/>
        </p:nvSpPr>
        <p:spPr>
          <a:xfrm>
            <a:off x="523577" y="1186755"/>
            <a:ext cx="3865959" cy="1320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EcoWatt — Automazione intelligente</a:t>
            </a:r>
            <a:endParaRPr lang="en-US" sz="2750"/>
          </a:p>
        </p:txBody>
      </p:sp>
      <p:sp>
        <p:nvSpPr>
          <p:cNvPr id="6" name="Text 3"/>
          <p:cNvSpPr/>
          <p:nvPr/>
        </p:nvSpPr>
        <p:spPr>
          <a:xfrm>
            <a:off x="523577" y="2656359"/>
            <a:ext cx="3865959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Un sistema automatico basato su </a:t>
            </a:r>
            <a:r>
              <a:rPr lang="en-US" sz="1150" b="1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Arduino Uno</a:t>
            </a:r>
            <a:r>
              <a:rPr lang="en-US" sz="11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che monitora presenza e temperatura in tempo reale, gestendo luce e allarmi </a:t>
            </a:r>
            <a:r>
              <a:rPr lang="en-US" sz="1150" b="1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senza alcun intervento umano</a:t>
            </a:r>
            <a:r>
              <a:rPr lang="en-US" sz="11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.</a:t>
            </a:r>
            <a:endParaRPr lang="en-US" sz="115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9226" y="933524"/>
            <a:ext cx="3865959" cy="2319561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9686" y="3682045"/>
            <a:ext cx="224358" cy="22435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09724" y="3677394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Rileva la presenza</a:t>
            </a:r>
            <a:endParaRPr lang="en-US" sz="1350"/>
          </a:p>
        </p:txBody>
      </p:sp>
      <p:sp>
        <p:nvSpPr>
          <p:cNvPr id="10" name="Text 5"/>
          <p:cNvSpPr/>
          <p:nvPr/>
        </p:nvSpPr>
        <p:spPr>
          <a:xfrm>
            <a:off x="1009724" y="3987105"/>
            <a:ext cx="208813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Sensore PIR attivo 24/7</a:t>
            </a:r>
            <a:endParaRPr lang="en-US" sz="115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40968" y="3682045"/>
            <a:ext cx="224358" cy="22435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771007" y="3677394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Controlla la luce</a:t>
            </a:r>
            <a:endParaRPr lang="en-US" sz="1350"/>
          </a:p>
        </p:txBody>
      </p:sp>
      <p:sp>
        <p:nvSpPr>
          <p:cNvPr id="13" name="Text 7"/>
          <p:cNvSpPr/>
          <p:nvPr/>
        </p:nvSpPr>
        <p:spPr>
          <a:xfrm>
            <a:off x="3771007" y="3987105"/>
            <a:ext cx="208813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LED acceso solo se necessario</a:t>
            </a:r>
            <a:endParaRPr lang="en-US" sz="115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02251" y="3682045"/>
            <a:ext cx="224358" cy="22435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532290" y="3677394"/>
            <a:ext cx="1940198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Monitora la temperatura</a:t>
            </a:r>
            <a:endParaRPr lang="en-US" sz="1350"/>
          </a:p>
        </p:txBody>
      </p:sp>
      <p:sp>
        <p:nvSpPr>
          <p:cNvPr id="16" name="Text 9"/>
          <p:cNvSpPr/>
          <p:nvPr/>
        </p:nvSpPr>
        <p:spPr>
          <a:xfrm>
            <a:off x="6532290" y="3987105"/>
            <a:ext cx="2088133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Allarme automatico oltre soglia</a:t>
            </a:r>
            <a:endParaRPr lang="en-US" sz="1150"/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81BC1C9B-4013-0525-308A-1DC1A2715B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8655" y="4705814"/>
            <a:ext cx="1058902" cy="4362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050" y="374303"/>
            <a:ext cx="3371106" cy="371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Componenti del Progetto</a:t>
            </a:r>
            <a:endParaRPr lang="en-US" sz="23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050" y="958602"/>
            <a:ext cx="857771" cy="857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3050" y="1949500"/>
            <a:ext cx="1485081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Arduino Uno</a:t>
            </a:r>
            <a:endParaRPr lang="en-US" sz="1150"/>
          </a:p>
        </p:txBody>
      </p:sp>
      <p:sp>
        <p:nvSpPr>
          <p:cNvPr id="5" name="Text 2"/>
          <p:cNvSpPr/>
          <p:nvPr/>
        </p:nvSpPr>
        <p:spPr>
          <a:xfrm>
            <a:off x="473050" y="2199010"/>
            <a:ext cx="1949574" cy="558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Il </a:t>
            </a:r>
            <a:r>
              <a:rPr lang="en-US" sz="950" b="1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cervello</a:t>
            </a:r>
            <a:r>
              <a:rPr lang="en-US" sz="9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del sistema: riceve i dati dai sensori ed esegue la logica di controllo.</a:t>
            </a:r>
            <a:endParaRPr lang="en-US" sz="95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5751" y="958602"/>
            <a:ext cx="857845" cy="85784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55751" y="1949574"/>
            <a:ext cx="1485081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Sensore PIR</a:t>
            </a:r>
            <a:endParaRPr lang="en-US" sz="1150"/>
          </a:p>
        </p:txBody>
      </p:sp>
      <p:sp>
        <p:nvSpPr>
          <p:cNvPr id="8" name="Text 4"/>
          <p:cNvSpPr/>
          <p:nvPr/>
        </p:nvSpPr>
        <p:spPr>
          <a:xfrm>
            <a:off x="2555751" y="2199084"/>
            <a:ext cx="1949648" cy="558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Rileva la </a:t>
            </a:r>
            <a:r>
              <a:rPr lang="en-US" sz="950" b="1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presenza umana</a:t>
            </a:r>
            <a:r>
              <a:rPr lang="en-US" sz="9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nell'ambiente tramite radiazione infrarossa passiva.</a:t>
            </a:r>
            <a:endParaRPr lang="en-US" sz="95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8526" y="958602"/>
            <a:ext cx="857845" cy="85784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38526" y="1949574"/>
            <a:ext cx="1485081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LED Rosso</a:t>
            </a:r>
            <a:endParaRPr lang="en-US" sz="1150"/>
          </a:p>
        </p:txBody>
      </p:sp>
      <p:sp>
        <p:nvSpPr>
          <p:cNvPr id="11" name="Text 6"/>
          <p:cNvSpPr/>
          <p:nvPr/>
        </p:nvSpPr>
        <p:spPr>
          <a:xfrm>
            <a:off x="4638526" y="2199084"/>
            <a:ext cx="1949648" cy="558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Simula la </a:t>
            </a:r>
            <a:r>
              <a:rPr lang="en-US" sz="950" b="1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luce della stanza</a:t>
            </a:r>
            <a:r>
              <a:rPr lang="en-US" sz="9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: si accende solo quando viene rilevata presenza.</a:t>
            </a:r>
            <a:endParaRPr lang="en-US" sz="95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1301" y="958602"/>
            <a:ext cx="857845" cy="85784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21301" y="1949574"/>
            <a:ext cx="1485081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Buzzer</a:t>
            </a:r>
            <a:endParaRPr lang="en-US" sz="1150"/>
          </a:p>
        </p:txBody>
      </p:sp>
      <p:sp>
        <p:nvSpPr>
          <p:cNvPr id="14" name="Text 8"/>
          <p:cNvSpPr/>
          <p:nvPr/>
        </p:nvSpPr>
        <p:spPr>
          <a:xfrm>
            <a:off x="6721301" y="2199084"/>
            <a:ext cx="1949648" cy="558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Emette un </a:t>
            </a:r>
            <a:r>
              <a:rPr lang="en-US" sz="950" b="1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allarme sonoro</a:t>
            </a:r>
            <a:r>
              <a:rPr lang="en-US" sz="9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quando la temperatura supera la soglia critica di 40°C.</a:t>
            </a:r>
            <a:endParaRPr lang="en-US" sz="95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050" y="2970386"/>
            <a:ext cx="857771" cy="85777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73050" y="3961284"/>
            <a:ext cx="1485081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Sensore TMP36</a:t>
            </a:r>
            <a:endParaRPr lang="en-US" sz="1150"/>
          </a:p>
        </p:txBody>
      </p:sp>
      <p:sp>
        <p:nvSpPr>
          <p:cNvPr id="17" name="Text 10"/>
          <p:cNvSpPr/>
          <p:nvPr/>
        </p:nvSpPr>
        <p:spPr>
          <a:xfrm>
            <a:off x="473050" y="4210794"/>
            <a:ext cx="1949574" cy="558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Misura la </a:t>
            </a:r>
            <a:r>
              <a:rPr lang="en-US" sz="950" b="1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temperatura ambiente</a:t>
            </a:r>
            <a:r>
              <a:rPr lang="en-US" sz="9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in modo preciso e la trasmette ad Arduino.</a:t>
            </a:r>
            <a:endParaRPr lang="en-US" sz="950"/>
          </a:p>
        </p:txBody>
      </p:sp>
      <p:pic>
        <p:nvPicPr>
          <p:cNvPr id="19" name="Immagine 18">
            <a:extLst>
              <a:ext uri="{FF2B5EF4-FFF2-40B4-BE49-F238E27FC236}">
                <a16:creationId xmlns:a16="http://schemas.microsoft.com/office/drawing/2014/main" id="{73E59F0E-41B1-DDFA-7897-6E2C1EA6C5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8655" y="4705814"/>
            <a:ext cx="1058902" cy="4362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660" y="424458"/>
            <a:ext cx="4046488" cy="336991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13065" y="1729904"/>
            <a:ext cx="2750195" cy="343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Come è collegato</a:t>
            </a:r>
            <a:endParaRPr lang="en-US" sz="2150"/>
          </a:p>
        </p:txBody>
      </p:sp>
      <p:sp>
        <p:nvSpPr>
          <p:cNvPr id="4" name="Text 1"/>
          <p:cNvSpPr/>
          <p:nvPr/>
        </p:nvSpPr>
        <p:spPr>
          <a:xfrm>
            <a:off x="5113065" y="2165003"/>
            <a:ext cx="3258889" cy="333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Lo schema è stato progettato e verificato su </a:t>
            </a:r>
            <a:r>
              <a:rPr lang="en-US" sz="900" b="1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Tinkercad</a:t>
            </a:r>
            <a:r>
              <a:rPr lang="en-US" sz="90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prima della realizzazione fisica.</a:t>
            </a:r>
            <a:endParaRPr lang="en-US" sz="900"/>
          </a:p>
        </p:txBody>
      </p:sp>
      <p:sp>
        <p:nvSpPr>
          <p:cNvPr id="5" name="Shape 2"/>
          <p:cNvSpPr/>
          <p:nvPr/>
        </p:nvSpPr>
        <p:spPr>
          <a:xfrm>
            <a:off x="776660" y="3999756"/>
            <a:ext cx="1829172" cy="821978"/>
          </a:xfrm>
          <a:prstGeom prst="roundRect">
            <a:avLst>
              <a:gd name="adj" fmla="val 8343"/>
            </a:avLst>
          </a:prstGeom>
          <a:solidFill>
            <a:srgbClr val="123332"/>
          </a:solidFill>
          <a:ln w="14288">
            <a:solidFill>
              <a:srgbClr val="4A6B6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62372" y="3999756"/>
            <a:ext cx="57150" cy="821978"/>
          </a:xfrm>
          <a:prstGeom prst="roundRect">
            <a:avLst>
              <a:gd name="adj" fmla="val 30678"/>
            </a:avLst>
          </a:prstGeom>
          <a:solidFill>
            <a:srgbClr val="EF9C82"/>
          </a:solidFill>
          <a:ln/>
        </p:spPr>
      </p:sp>
      <p:sp>
        <p:nvSpPr>
          <p:cNvPr id="7" name="Text 4"/>
          <p:cNvSpPr/>
          <p:nvPr/>
        </p:nvSpPr>
        <p:spPr>
          <a:xfrm>
            <a:off x="950640" y="4130873"/>
            <a:ext cx="1375097" cy="171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>
                <a:solidFill>
                  <a:srgbClr val="F9EEE7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PIR </a:t>
            </a:r>
            <a:endParaRPr lang="en-US" sz="1050">
              <a:latin typeface="Quattrocento"/>
            </a:endParaRPr>
          </a:p>
        </p:txBody>
      </p:sp>
      <p:sp>
        <p:nvSpPr>
          <p:cNvPr id="8" name="Text 5"/>
          <p:cNvSpPr/>
          <p:nvPr/>
        </p:nvSpPr>
        <p:spPr>
          <a:xfrm>
            <a:off x="950640" y="4357539"/>
            <a:ext cx="1524074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Segnale digitale di presenza</a:t>
            </a:r>
            <a:endParaRPr lang="en-US" sz="900"/>
          </a:p>
        </p:txBody>
      </p:sp>
      <p:sp>
        <p:nvSpPr>
          <p:cNvPr id="9" name="Shape 6"/>
          <p:cNvSpPr/>
          <p:nvPr/>
        </p:nvSpPr>
        <p:spPr>
          <a:xfrm>
            <a:off x="2683199" y="3999756"/>
            <a:ext cx="1829172" cy="821978"/>
          </a:xfrm>
          <a:prstGeom prst="roundRect">
            <a:avLst>
              <a:gd name="adj" fmla="val 8343"/>
            </a:avLst>
          </a:prstGeom>
          <a:solidFill>
            <a:srgbClr val="123332"/>
          </a:solidFill>
          <a:ln w="14288">
            <a:solidFill>
              <a:srgbClr val="4A6B6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682850" y="3999756"/>
            <a:ext cx="57150" cy="821978"/>
          </a:xfrm>
          <a:prstGeom prst="roundRect">
            <a:avLst>
              <a:gd name="adj" fmla="val 30678"/>
            </a:avLst>
          </a:prstGeom>
          <a:solidFill>
            <a:srgbClr val="EF9C82"/>
          </a:solidFill>
          <a:ln/>
        </p:spPr>
      </p:sp>
      <p:sp>
        <p:nvSpPr>
          <p:cNvPr id="11" name="Text 8"/>
          <p:cNvSpPr/>
          <p:nvPr/>
        </p:nvSpPr>
        <p:spPr>
          <a:xfrm>
            <a:off x="2871118" y="4130873"/>
            <a:ext cx="1375097" cy="171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>
                <a:solidFill>
                  <a:srgbClr val="F9EEE7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TMP36 </a:t>
            </a:r>
            <a:endParaRPr lang="en-US" sz="1050">
              <a:latin typeface="Quattrocento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871118" y="4357539"/>
            <a:ext cx="1524074" cy="333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Lettura analogica temperatura</a:t>
            </a:r>
            <a:endParaRPr lang="en-US" sz="900"/>
          </a:p>
        </p:txBody>
      </p:sp>
      <p:sp>
        <p:nvSpPr>
          <p:cNvPr id="13" name="Shape 10"/>
          <p:cNvSpPr/>
          <p:nvPr/>
        </p:nvSpPr>
        <p:spPr>
          <a:xfrm>
            <a:off x="4617616" y="3999756"/>
            <a:ext cx="1829172" cy="821978"/>
          </a:xfrm>
          <a:prstGeom prst="roundRect">
            <a:avLst>
              <a:gd name="adj" fmla="val 8343"/>
            </a:avLst>
          </a:prstGeom>
          <a:solidFill>
            <a:srgbClr val="123332"/>
          </a:solidFill>
          <a:ln w="14288">
            <a:solidFill>
              <a:srgbClr val="4A6B6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03328" y="3999756"/>
            <a:ext cx="57150" cy="821978"/>
          </a:xfrm>
          <a:prstGeom prst="roundRect">
            <a:avLst>
              <a:gd name="adj" fmla="val 30678"/>
            </a:avLst>
          </a:prstGeom>
          <a:solidFill>
            <a:srgbClr val="EF9C82"/>
          </a:solidFill>
          <a:ln/>
        </p:spPr>
      </p:sp>
      <p:sp>
        <p:nvSpPr>
          <p:cNvPr id="15" name="Text 12"/>
          <p:cNvSpPr/>
          <p:nvPr/>
        </p:nvSpPr>
        <p:spPr>
          <a:xfrm>
            <a:off x="4791596" y="4130873"/>
            <a:ext cx="1375097" cy="171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>
                <a:solidFill>
                  <a:srgbClr val="F9EEE7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LED </a:t>
            </a:r>
            <a:endParaRPr lang="en-US" sz="1050">
              <a:latin typeface="Quattrocento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791596" y="4357539"/>
            <a:ext cx="1524074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Uscita digitale luce</a:t>
            </a:r>
            <a:endParaRPr lang="en-US" sz="900"/>
          </a:p>
        </p:txBody>
      </p:sp>
      <p:sp>
        <p:nvSpPr>
          <p:cNvPr id="17" name="Shape 14"/>
          <p:cNvSpPr/>
          <p:nvPr/>
        </p:nvSpPr>
        <p:spPr>
          <a:xfrm>
            <a:off x="6517186" y="3999756"/>
            <a:ext cx="1717659" cy="821978"/>
          </a:xfrm>
          <a:prstGeom prst="roundRect">
            <a:avLst>
              <a:gd name="adj" fmla="val 8343"/>
            </a:avLst>
          </a:prstGeom>
          <a:solidFill>
            <a:srgbClr val="123332"/>
          </a:solidFill>
          <a:ln w="14288">
            <a:solidFill>
              <a:srgbClr val="4A6B6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75020" y="3999756"/>
            <a:ext cx="50180" cy="821978"/>
          </a:xfrm>
          <a:prstGeom prst="roundRect">
            <a:avLst>
              <a:gd name="adj" fmla="val 30678"/>
            </a:avLst>
          </a:prstGeom>
          <a:solidFill>
            <a:srgbClr val="EF9C82"/>
          </a:solidFill>
          <a:ln/>
        </p:spPr>
      </p:sp>
      <p:sp>
        <p:nvSpPr>
          <p:cNvPr id="19" name="Text 16"/>
          <p:cNvSpPr/>
          <p:nvPr/>
        </p:nvSpPr>
        <p:spPr>
          <a:xfrm>
            <a:off x="6712074" y="4130873"/>
            <a:ext cx="1375097" cy="171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>
                <a:solidFill>
                  <a:srgbClr val="F9EEE7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Buzzer </a:t>
            </a:r>
            <a:endParaRPr lang="en-US" sz="1050">
              <a:latin typeface="Quattrocento"/>
            </a:endParaRPr>
          </a:p>
        </p:txBody>
      </p:sp>
      <p:pic>
        <p:nvPicPr>
          <p:cNvPr id="22" name="Immagine 21">
            <a:extLst>
              <a:ext uri="{FF2B5EF4-FFF2-40B4-BE49-F238E27FC236}">
                <a16:creationId xmlns:a16="http://schemas.microsoft.com/office/drawing/2014/main" id="{EB779772-6277-0F4B-1ECE-07DF364559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479" t="44262" r="1290" b="-2821"/>
          <a:stretch>
            <a:fillRect/>
          </a:stretch>
        </p:blipFill>
        <p:spPr>
          <a:xfrm>
            <a:off x="8012678" y="4825029"/>
            <a:ext cx="1134747" cy="250093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712074" y="4357539"/>
            <a:ext cx="1524074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Uscita digitale allarme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210345"/>
            <a:ext cx="4009802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Logica di Funzionamento</a:t>
            </a:r>
            <a:endParaRPr lang="en-US" sz="2750"/>
          </a:p>
        </p:txBody>
      </p:sp>
      <p:sp>
        <p:nvSpPr>
          <p:cNvPr id="3" name="Text 1"/>
          <p:cNvSpPr/>
          <p:nvPr/>
        </p:nvSpPr>
        <p:spPr>
          <a:xfrm>
            <a:off x="523577" y="1949574"/>
            <a:ext cx="80968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EcoWatt risponde in tempo reale a tre scenari chiave, garantendo efficienza energetica e sicurezza ambientale.</a:t>
            </a:r>
            <a:endParaRPr lang="en-US" sz="1150"/>
          </a:p>
        </p:txBody>
      </p:sp>
      <p:sp>
        <p:nvSpPr>
          <p:cNvPr id="4" name="Shape 2"/>
          <p:cNvSpPr/>
          <p:nvPr/>
        </p:nvSpPr>
        <p:spPr>
          <a:xfrm>
            <a:off x="523577" y="2357214"/>
            <a:ext cx="8096845" cy="1575941"/>
          </a:xfrm>
          <a:prstGeom prst="roundRect">
            <a:avLst>
              <a:gd name="adj" fmla="val 1424"/>
            </a:avLst>
          </a:prstGeom>
          <a:solidFill>
            <a:srgbClr val="315251"/>
          </a:solidFill>
          <a:ln/>
        </p:spPr>
      </p:sp>
      <p:sp>
        <p:nvSpPr>
          <p:cNvPr id="5" name="Shape 3"/>
          <p:cNvSpPr/>
          <p:nvPr/>
        </p:nvSpPr>
        <p:spPr>
          <a:xfrm>
            <a:off x="523577" y="2357214"/>
            <a:ext cx="2698924" cy="1575941"/>
          </a:xfrm>
          <a:prstGeom prst="roundRect">
            <a:avLst>
              <a:gd name="adj" fmla="val 1424"/>
            </a:avLst>
          </a:prstGeom>
          <a:solidFill>
            <a:srgbClr val="315251"/>
          </a:solidFill>
          <a:ln/>
        </p:spPr>
      </p:sp>
      <p:sp>
        <p:nvSpPr>
          <p:cNvPr id="6" name="Text 4"/>
          <p:cNvSpPr/>
          <p:nvPr/>
        </p:nvSpPr>
        <p:spPr>
          <a:xfrm>
            <a:off x="673150" y="2506787"/>
            <a:ext cx="1760116" cy="229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✅</a:t>
            </a:r>
            <a:r>
              <a:rPr lang="en-US" sz="13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Persona Presente</a:t>
            </a:r>
            <a:endParaRPr lang="en-US" sz="1350"/>
          </a:p>
        </p:txBody>
      </p:sp>
      <p:sp>
        <p:nvSpPr>
          <p:cNvPr id="7" name="Text 5"/>
          <p:cNvSpPr/>
          <p:nvPr/>
        </p:nvSpPr>
        <p:spPr>
          <a:xfrm>
            <a:off x="673150" y="2826023"/>
            <a:ext cx="2175346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Il sensore PIR rileva movimento → </a:t>
            </a:r>
            <a:r>
              <a:rPr lang="en-US" sz="1150" b="1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LED acceso automaticamente</a:t>
            </a:r>
            <a:r>
              <a:rPr lang="en-US" sz="11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. La stanza è illuminata solo quando serve.</a:t>
            </a:r>
            <a:endParaRPr lang="en-US" sz="1150"/>
          </a:p>
        </p:txBody>
      </p:sp>
      <p:sp>
        <p:nvSpPr>
          <p:cNvPr id="8" name="Shape 6"/>
          <p:cNvSpPr/>
          <p:nvPr/>
        </p:nvSpPr>
        <p:spPr>
          <a:xfrm>
            <a:off x="3222501" y="2357214"/>
            <a:ext cx="2698924" cy="1575941"/>
          </a:xfrm>
          <a:prstGeom prst="rect">
            <a:avLst/>
          </a:prstGeom>
          <a:solidFill>
            <a:srgbClr val="315251"/>
          </a:solidFill>
          <a:ln/>
        </p:spPr>
      </p:sp>
      <p:sp>
        <p:nvSpPr>
          <p:cNvPr id="9" name="Shape 7"/>
          <p:cNvSpPr/>
          <p:nvPr/>
        </p:nvSpPr>
        <p:spPr>
          <a:xfrm>
            <a:off x="3222501" y="2357214"/>
            <a:ext cx="19050" cy="1575941"/>
          </a:xfrm>
          <a:prstGeom prst="roundRect">
            <a:avLst>
              <a:gd name="adj" fmla="val 117806"/>
            </a:avLst>
          </a:prstGeom>
          <a:solidFill>
            <a:srgbClr val="4A6B6A"/>
          </a:solidFill>
          <a:ln/>
        </p:spPr>
      </p:sp>
      <p:sp>
        <p:nvSpPr>
          <p:cNvPr id="10" name="Text 8"/>
          <p:cNvSpPr/>
          <p:nvPr/>
        </p:nvSpPr>
        <p:spPr>
          <a:xfrm>
            <a:off x="3596506" y="2506787"/>
            <a:ext cx="1760116" cy="229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💡</a:t>
            </a:r>
            <a:r>
              <a:rPr lang="en-US" sz="13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Stanza Vuota</a:t>
            </a:r>
            <a:endParaRPr lang="en-US" sz="1350"/>
          </a:p>
        </p:txBody>
      </p:sp>
      <p:sp>
        <p:nvSpPr>
          <p:cNvPr id="11" name="Text 9"/>
          <p:cNvSpPr/>
          <p:nvPr/>
        </p:nvSpPr>
        <p:spPr>
          <a:xfrm>
            <a:off x="3596506" y="2826023"/>
            <a:ext cx="1950913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Nessun movimento rilevato → </a:t>
            </a:r>
            <a:r>
              <a:rPr lang="en-US" sz="1150" b="1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LED spento</a:t>
            </a:r>
            <a:r>
              <a:rPr lang="en-US" sz="11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. Risparmio energetico immediato, senza intervento umano.</a:t>
            </a:r>
            <a:endParaRPr lang="en-US" sz="1150"/>
          </a:p>
        </p:txBody>
      </p:sp>
      <p:sp>
        <p:nvSpPr>
          <p:cNvPr id="12" name="Shape 10"/>
          <p:cNvSpPr/>
          <p:nvPr/>
        </p:nvSpPr>
        <p:spPr>
          <a:xfrm>
            <a:off x="3035498" y="2958182"/>
            <a:ext cx="374005" cy="374005"/>
          </a:xfrm>
          <a:prstGeom prst="roundRect">
            <a:avLst>
              <a:gd name="adj" fmla="val 6000"/>
            </a:avLst>
          </a:prstGeom>
          <a:solidFill>
            <a:srgbClr val="123332"/>
          </a:solidFill>
          <a:ln w="19050">
            <a:solidFill>
              <a:srgbClr val="4A6B6A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28963" y="3051646"/>
            <a:ext cx="187003" cy="187003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921425" y="2357214"/>
            <a:ext cx="2698924" cy="1575941"/>
          </a:xfrm>
          <a:prstGeom prst="rect">
            <a:avLst/>
          </a:prstGeom>
          <a:solidFill>
            <a:srgbClr val="315251"/>
          </a:solidFill>
          <a:ln/>
        </p:spPr>
      </p:sp>
      <p:sp>
        <p:nvSpPr>
          <p:cNvPr id="15" name="Shape 12"/>
          <p:cNvSpPr/>
          <p:nvPr/>
        </p:nvSpPr>
        <p:spPr>
          <a:xfrm>
            <a:off x="5921425" y="2357214"/>
            <a:ext cx="19050" cy="1575941"/>
          </a:xfrm>
          <a:prstGeom prst="roundRect">
            <a:avLst>
              <a:gd name="adj" fmla="val 117806"/>
            </a:avLst>
          </a:prstGeom>
          <a:solidFill>
            <a:srgbClr val="4A6B6A"/>
          </a:solidFill>
          <a:ln/>
        </p:spPr>
      </p:sp>
      <p:sp>
        <p:nvSpPr>
          <p:cNvPr id="16" name="Text 13"/>
          <p:cNvSpPr/>
          <p:nvPr/>
        </p:nvSpPr>
        <p:spPr>
          <a:xfrm>
            <a:off x="6295430" y="2506787"/>
            <a:ext cx="1813099" cy="229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🔔</a:t>
            </a:r>
            <a:r>
              <a:rPr lang="en-US" sz="13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Temperatura &gt; 40°C</a:t>
            </a:r>
            <a:endParaRPr lang="en-US" sz="1350"/>
          </a:p>
        </p:txBody>
      </p:sp>
      <p:sp>
        <p:nvSpPr>
          <p:cNvPr id="17" name="Text 14"/>
          <p:cNvSpPr/>
          <p:nvPr/>
        </p:nvSpPr>
        <p:spPr>
          <a:xfrm>
            <a:off x="6295430" y="2826023"/>
            <a:ext cx="2175346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TMP36 supera soglia critica → </a:t>
            </a:r>
            <a:r>
              <a:rPr lang="en-US" sz="1150" b="1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Buzzer attivato</a:t>
            </a:r>
            <a:r>
              <a:rPr lang="en-US" sz="11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. Allarme acustico per segnalare condizioni anomale.</a:t>
            </a:r>
            <a:endParaRPr lang="en-US" sz="1150"/>
          </a:p>
        </p:txBody>
      </p:sp>
      <p:sp>
        <p:nvSpPr>
          <p:cNvPr id="18" name="Shape 15"/>
          <p:cNvSpPr/>
          <p:nvPr/>
        </p:nvSpPr>
        <p:spPr>
          <a:xfrm>
            <a:off x="5734422" y="2958182"/>
            <a:ext cx="374005" cy="374005"/>
          </a:xfrm>
          <a:prstGeom prst="roundRect">
            <a:avLst>
              <a:gd name="adj" fmla="val 6000"/>
            </a:avLst>
          </a:prstGeom>
          <a:solidFill>
            <a:srgbClr val="123332"/>
          </a:solidFill>
          <a:ln w="19050">
            <a:solidFill>
              <a:srgbClr val="4A6B6A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27886" y="3051646"/>
            <a:ext cx="187003" cy="187003"/>
          </a:xfrm>
          <a:prstGeom prst="rect">
            <a:avLst/>
          </a:prstGeom>
        </p:spPr>
      </p:pic>
      <p:pic>
        <p:nvPicPr>
          <p:cNvPr id="21" name="Immagine 20">
            <a:extLst>
              <a:ext uri="{FF2B5EF4-FFF2-40B4-BE49-F238E27FC236}">
                <a16:creationId xmlns:a16="http://schemas.microsoft.com/office/drawing/2014/main" id="{FD2E57BB-8351-7A46-773C-B2E98E0F7A6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479" t="44262" r="1290" b="-2821"/>
          <a:stretch>
            <a:fillRect/>
          </a:stretch>
        </p:blipFill>
        <p:spPr>
          <a:xfrm>
            <a:off x="8012678" y="4825029"/>
            <a:ext cx="1134747" cy="25009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546050"/>
            <a:ext cx="3693021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Cosa abbiamo ottenuto</a:t>
            </a:r>
            <a:endParaRPr lang="en-US" sz="2750"/>
          </a:p>
        </p:txBody>
      </p:sp>
      <p:sp>
        <p:nvSpPr>
          <p:cNvPr id="4" name="Text 1"/>
          <p:cNvSpPr/>
          <p:nvPr/>
        </p:nvSpPr>
        <p:spPr>
          <a:xfrm>
            <a:off x="3952577" y="1285205"/>
            <a:ext cx="2240384" cy="493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50"/>
              </a:lnSpc>
              <a:buNone/>
            </a:pPr>
            <a:r>
              <a:rPr lang="en-US" sz="38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100%</a:t>
            </a:r>
            <a:endParaRPr lang="en-US" sz="3850"/>
          </a:p>
        </p:txBody>
      </p:sp>
      <p:sp>
        <p:nvSpPr>
          <p:cNvPr id="5" name="Text 2"/>
          <p:cNvSpPr/>
          <p:nvPr/>
        </p:nvSpPr>
        <p:spPr>
          <a:xfrm>
            <a:off x="4192712" y="1965796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Funzionante</a:t>
            </a:r>
            <a:endParaRPr lang="en-US" sz="1350"/>
          </a:p>
        </p:txBody>
      </p:sp>
      <p:sp>
        <p:nvSpPr>
          <p:cNvPr id="6" name="Text 3"/>
          <p:cNvSpPr/>
          <p:nvPr/>
        </p:nvSpPr>
        <p:spPr>
          <a:xfrm>
            <a:off x="3952577" y="2275508"/>
            <a:ext cx="2240384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1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Sistema operativo su breadboard fisica reale</a:t>
            </a:r>
            <a:endParaRPr lang="en-US" sz="1150"/>
          </a:p>
        </p:txBody>
      </p:sp>
      <p:sp>
        <p:nvSpPr>
          <p:cNvPr id="7" name="Text 4"/>
          <p:cNvSpPr/>
          <p:nvPr/>
        </p:nvSpPr>
        <p:spPr>
          <a:xfrm>
            <a:off x="6379964" y="1285205"/>
            <a:ext cx="2240459" cy="493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50"/>
              </a:lnSpc>
              <a:buNone/>
            </a:pPr>
            <a:r>
              <a:rPr lang="en-US" sz="38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</a:t>
            </a:r>
            <a:endParaRPr lang="en-US" sz="3850"/>
          </a:p>
        </p:txBody>
      </p:sp>
      <p:sp>
        <p:nvSpPr>
          <p:cNvPr id="8" name="Text 5"/>
          <p:cNvSpPr/>
          <p:nvPr/>
        </p:nvSpPr>
        <p:spPr>
          <a:xfrm>
            <a:off x="6620098" y="1965796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Scenari gestiti</a:t>
            </a:r>
            <a:endParaRPr lang="en-US" sz="1350"/>
          </a:p>
        </p:txBody>
      </p:sp>
      <p:sp>
        <p:nvSpPr>
          <p:cNvPr id="9" name="Text 6"/>
          <p:cNvSpPr/>
          <p:nvPr/>
        </p:nvSpPr>
        <p:spPr>
          <a:xfrm>
            <a:off x="6379964" y="2275508"/>
            <a:ext cx="224045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1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Presenza, assenza e allarme temperatura</a:t>
            </a:r>
            <a:endParaRPr lang="en-US" sz="1150"/>
          </a:p>
        </p:txBody>
      </p:sp>
      <p:sp>
        <p:nvSpPr>
          <p:cNvPr id="10" name="Text 7"/>
          <p:cNvSpPr/>
          <p:nvPr/>
        </p:nvSpPr>
        <p:spPr>
          <a:xfrm>
            <a:off x="5166271" y="3128293"/>
            <a:ext cx="2240384" cy="493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50"/>
              </a:lnSpc>
              <a:buNone/>
            </a:pPr>
            <a:r>
              <a:rPr lang="en-US" sz="38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</a:t>
            </a:r>
            <a:endParaRPr lang="en-US" sz="3850"/>
          </a:p>
        </p:txBody>
      </p:sp>
      <p:sp>
        <p:nvSpPr>
          <p:cNvPr id="11" name="Text 8"/>
          <p:cNvSpPr/>
          <p:nvPr/>
        </p:nvSpPr>
        <p:spPr>
          <a:xfrm>
            <a:off x="5406405" y="3808884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Interventi manuali</a:t>
            </a:r>
            <a:endParaRPr lang="en-US" sz="1350"/>
          </a:p>
        </p:txBody>
      </p:sp>
      <p:sp>
        <p:nvSpPr>
          <p:cNvPr id="12" name="Text 9"/>
          <p:cNvSpPr/>
          <p:nvPr/>
        </p:nvSpPr>
        <p:spPr>
          <a:xfrm>
            <a:off x="5166271" y="4118595"/>
            <a:ext cx="2240384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1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Automazione completa, nessuna azione umana richiesta</a:t>
            </a:r>
            <a:endParaRPr lang="en-US" sz="1150"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E4CE48D4-CFBD-90F2-93B6-DC718029BFE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479" t="44262" r="1290" b="-2821"/>
          <a:stretch>
            <a:fillRect/>
          </a:stretch>
        </p:blipFill>
        <p:spPr>
          <a:xfrm>
            <a:off x="8012678" y="4831998"/>
            <a:ext cx="1134747" cy="25009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AEE62-3B3F-DEEA-819E-AA178D1A3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57354E3D-A2C8-C1AA-3772-3C085D1104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79" t="44262" r="1290" b="-2821"/>
          <a:stretch>
            <a:fillRect/>
          </a:stretch>
        </p:blipFill>
        <p:spPr>
          <a:xfrm>
            <a:off x="8012678" y="4825029"/>
            <a:ext cx="1134747" cy="250093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114F41D1-6C88-0072-C443-549BE080C52A}"/>
              </a:ext>
            </a:extLst>
          </p:cNvPr>
          <p:cNvSpPr txBox="1"/>
          <p:nvPr/>
        </p:nvSpPr>
        <p:spPr>
          <a:xfrm>
            <a:off x="264841" y="404232"/>
            <a:ext cx="4572000" cy="7925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750">
                <a:solidFill>
                  <a:srgbClr val="FFD9BE"/>
                </a:solidFill>
                <a:latin typeface="Quattrocento"/>
              </a:rPr>
              <a:t>Arduino e Python: Il </a:t>
            </a:r>
            <a:r>
              <a:rPr lang="en-US" sz="2750" err="1">
                <a:solidFill>
                  <a:srgbClr val="FFD9BE"/>
                </a:solidFill>
                <a:latin typeface="Quattrocento"/>
              </a:rPr>
              <a:t>Codice</a:t>
            </a:r>
          </a:p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47DB2126-9778-B36E-2146-044B88DD35F9}"/>
              </a:ext>
            </a:extLst>
          </p:cNvPr>
          <p:cNvSpPr txBox="1"/>
          <p:nvPr/>
        </p:nvSpPr>
        <p:spPr>
          <a:xfrm>
            <a:off x="264841" y="954823"/>
            <a:ext cx="4181708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err="1">
                <a:solidFill>
                  <a:schemeClr val="bg1"/>
                </a:solidFill>
              </a:rPr>
              <a:t>Codice</a:t>
            </a:r>
            <a:r>
              <a:rPr lang="en-US" sz="1600" b="1">
                <a:solidFill>
                  <a:schemeClr val="bg1"/>
                </a:solidFill>
              </a:rPr>
              <a:t> Arduino</a:t>
            </a:r>
            <a:endParaRPr lang="en-US" sz="1600" b="1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sz="1200" err="1">
                <a:solidFill>
                  <a:schemeClr val="bg1"/>
                </a:solidFill>
              </a:rPr>
              <a:t>Gestisce</a:t>
            </a:r>
            <a:r>
              <a:rPr lang="en-US" sz="1200">
                <a:solidFill>
                  <a:schemeClr val="bg1"/>
                </a:solidFill>
              </a:rPr>
              <a:t> </a:t>
            </a:r>
            <a:r>
              <a:rPr lang="en-US" sz="1200" err="1">
                <a:solidFill>
                  <a:schemeClr val="bg1"/>
                </a:solidFill>
              </a:rPr>
              <a:t>sensori</a:t>
            </a:r>
            <a:r>
              <a:rPr lang="en-US" sz="1200">
                <a:solidFill>
                  <a:schemeClr val="bg1"/>
                </a:solidFill>
              </a:rPr>
              <a:t> e </a:t>
            </a:r>
            <a:r>
              <a:rPr lang="en-US" sz="1200" err="1">
                <a:solidFill>
                  <a:schemeClr val="bg1"/>
                </a:solidFill>
              </a:rPr>
              <a:t>attuatori</a:t>
            </a:r>
            <a:r>
              <a:rPr lang="en-US" sz="1200">
                <a:solidFill>
                  <a:schemeClr val="bg1"/>
                </a:solidFill>
              </a:rPr>
              <a:t> </a:t>
            </a:r>
            <a:r>
              <a:rPr lang="en-US" sz="1200" err="1">
                <a:solidFill>
                  <a:schemeClr val="bg1"/>
                </a:solidFill>
              </a:rPr>
              <a:t>direttamente</a:t>
            </a:r>
            <a:r>
              <a:rPr lang="en-US" sz="1200">
                <a:solidFill>
                  <a:schemeClr val="bg1"/>
                </a:solidFill>
              </a:rPr>
              <a:t> </a:t>
            </a:r>
            <a:r>
              <a:rPr lang="en-US" sz="1200" err="1">
                <a:solidFill>
                  <a:schemeClr val="bg1"/>
                </a:solidFill>
              </a:rPr>
              <a:t>sull'hardware</a:t>
            </a:r>
            <a:r>
              <a:rPr lang="en-US" sz="1200">
                <a:solidFill>
                  <a:schemeClr val="bg1"/>
                </a:solidFill>
              </a:rPr>
              <a:t>.</a:t>
            </a:r>
            <a:endParaRPr lang="en-US" sz="1200">
              <a:solidFill>
                <a:schemeClr val="bg1"/>
              </a:solidFill>
              <a:ea typeface="Calibri"/>
              <a:cs typeface="Calibri"/>
            </a:endParaRPr>
          </a:p>
          <a:p>
            <a:endParaRPr lang="en-US" sz="1200">
              <a:solidFill>
                <a:schemeClr val="bg1"/>
              </a:solidFill>
            </a:endParaRPr>
          </a:p>
          <a:p>
            <a:endParaRPr lang="en-US" sz="1200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 sz="1200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 sz="1400">
              <a:solidFill>
                <a:schemeClr val="bg1"/>
              </a:solidFill>
              <a:ea typeface="+mn-lt"/>
              <a:cs typeface="+mn-lt"/>
            </a:endParaRPr>
          </a:p>
          <a:p>
            <a:pPr algn="ctr"/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57A56EF5-BFE8-577C-B43B-CBAE8CBC84D2}"/>
              </a:ext>
            </a:extLst>
          </p:cNvPr>
          <p:cNvSpPr txBox="1"/>
          <p:nvPr/>
        </p:nvSpPr>
        <p:spPr>
          <a:xfrm>
            <a:off x="4697451" y="892097"/>
            <a:ext cx="4181708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2700"/>
              </a:lnSpc>
            </a:pPr>
            <a:r>
              <a:rPr lang="en-US" sz="1600" b="1" i="0" u="none" strike="noStrike" baseline="0" err="1">
                <a:solidFill>
                  <a:schemeClr val="bg1"/>
                </a:solidFill>
                <a:latin typeface="Calibri"/>
                <a:ea typeface="Segoe UI"/>
                <a:cs typeface="Segoe UI"/>
              </a:rPr>
              <a:t>Codice</a:t>
            </a:r>
            <a:r>
              <a:rPr lang="en-US" sz="1600" b="1" i="0" u="none" strike="noStrike" baseline="0">
                <a:solidFill>
                  <a:schemeClr val="bg1"/>
                </a:solidFill>
                <a:latin typeface="Calibri"/>
                <a:ea typeface="Segoe UI"/>
                <a:cs typeface="Segoe UI"/>
              </a:rPr>
              <a:t> Python</a:t>
            </a:r>
            <a:r>
              <a:rPr lang="en-US" sz="1600" b="0" i="0">
                <a:solidFill>
                  <a:schemeClr val="bg1"/>
                </a:solidFill>
                <a:latin typeface="Calibri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2700"/>
              </a:lnSpc>
            </a:pPr>
            <a:r>
              <a:rPr lang="en-US" sz="1200" b="0" i="0" u="none" strike="noStrike" baseline="0">
                <a:solidFill>
                  <a:schemeClr val="bg1"/>
                </a:solidFill>
                <a:latin typeface="Calibri"/>
                <a:ea typeface="Segoe UI"/>
                <a:cs typeface="Segoe UI"/>
              </a:rPr>
              <a:t>Riceve e </a:t>
            </a:r>
            <a:r>
              <a:rPr lang="en-US" sz="1200" b="0" i="0" u="none" strike="noStrike" baseline="0" err="1">
                <a:solidFill>
                  <a:schemeClr val="bg1"/>
                </a:solidFill>
                <a:latin typeface="Calibri"/>
                <a:ea typeface="Segoe UI"/>
                <a:cs typeface="Segoe UI"/>
              </a:rPr>
              <a:t>visualizza</a:t>
            </a:r>
            <a:r>
              <a:rPr lang="en-US" sz="1200" b="0" i="0" u="none" strike="noStrike" baseline="0">
                <a:solidFill>
                  <a:schemeClr val="bg1"/>
                </a:solidFill>
                <a:latin typeface="Calibri"/>
                <a:ea typeface="Segoe UI"/>
                <a:cs typeface="Segoe UI"/>
              </a:rPr>
              <a:t> </a:t>
            </a:r>
            <a:r>
              <a:rPr lang="en-US" sz="1200" b="0" i="0" u="none" strike="noStrike" baseline="0" err="1">
                <a:solidFill>
                  <a:schemeClr val="bg1"/>
                </a:solidFill>
                <a:latin typeface="Calibri"/>
                <a:ea typeface="Segoe UI"/>
                <a:cs typeface="Segoe UI"/>
              </a:rPr>
              <a:t>i</a:t>
            </a:r>
            <a:r>
              <a:rPr lang="en-US" sz="1200" b="0" i="0" u="none" strike="noStrike" baseline="0">
                <a:solidFill>
                  <a:schemeClr val="bg1"/>
                </a:solidFill>
                <a:latin typeface="Calibri"/>
                <a:ea typeface="Segoe UI"/>
                <a:cs typeface="Segoe UI"/>
              </a:rPr>
              <a:t> </a:t>
            </a:r>
            <a:r>
              <a:rPr lang="en-US" sz="1200" b="0" i="0" u="none" strike="noStrike" baseline="0" err="1">
                <a:solidFill>
                  <a:schemeClr val="bg1"/>
                </a:solidFill>
                <a:latin typeface="Calibri"/>
                <a:ea typeface="Segoe UI"/>
                <a:cs typeface="Segoe UI"/>
              </a:rPr>
              <a:t>dati</a:t>
            </a:r>
            <a:r>
              <a:rPr lang="en-US" sz="1200" b="0" i="0" u="none" strike="noStrike" baseline="0">
                <a:solidFill>
                  <a:schemeClr val="bg1"/>
                </a:solidFill>
                <a:latin typeface="Calibri"/>
                <a:ea typeface="Segoe UI"/>
                <a:cs typeface="Segoe UI"/>
              </a:rPr>
              <a:t> in tempo </a:t>
            </a:r>
            <a:r>
              <a:rPr lang="en-US" sz="1200" b="0" i="0" u="none" strike="noStrike" baseline="0" err="1">
                <a:solidFill>
                  <a:schemeClr val="bg1"/>
                </a:solidFill>
                <a:latin typeface="Calibri"/>
                <a:ea typeface="Segoe UI"/>
                <a:cs typeface="Segoe UI"/>
              </a:rPr>
              <a:t>reale</a:t>
            </a:r>
            <a:r>
              <a:rPr lang="en-US" sz="1200" b="0" i="0" u="none" strike="noStrike" baseline="0">
                <a:solidFill>
                  <a:schemeClr val="bg1"/>
                </a:solidFill>
                <a:latin typeface="Calibri"/>
                <a:ea typeface="Segoe UI"/>
                <a:cs typeface="Segoe UI"/>
              </a:rPr>
              <a:t> </a:t>
            </a:r>
            <a:r>
              <a:rPr lang="en-US" sz="1200" b="0" i="0" u="none" strike="noStrike" baseline="0" err="1">
                <a:solidFill>
                  <a:schemeClr val="bg1"/>
                </a:solidFill>
                <a:latin typeface="Calibri"/>
                <a:ea typeface="Segoe UI"/>
                <a:cs typeface="Segoe UI"/>
              </a:rPr>
              <a:t>tramite</a:t>
            </a:r>
            <a:r>
              <a:rPr lang="en-US" sz="1200" b="0" i="0" u="none" strike="noStrike" baseline="0">
                <a:solidFill>
                  <a:schemeClr val="bg1"/>
                </a:solidFill>
                <a:latin typeface="Calibri"/>
                <a:ea typeface="Segoe UI"/>
                <a:cs typeface="Segoe UI"/>
              </a:rPr>
              <a:t> porta Serial.</a:t>
            </a:r>
            <a:r>
              <a:rPr lang="en-US" sz="1200" b="0" i="0">
                <a:solidFill>
                  <a:schemeClr val="bg1"/>
                </a:solidFill>
                <a:latin typeface="Calibri"/>
                <a:ea typeface="Segoe UI"/>
                <a:cs typeface="Segoe UI"/>
              </a:rPr>
              <a:t>​</a:t>
            </a:r>
          </a:p>
          <a:p>
            <a:pPr>
              <a:lnSpc>
                <a:spcPts val="2700"/>
              </a:lnSpc>
            </a:pPr>
            <a:endParaRPr lang="en-US" sz="1200">
              <a:solidFill>
                <a:schemeClr val="bg1"/>
              </a:solidFill>
              <a:latin typeface="Calibri"/>
              <a:ea typeface="Segoe UI"/>
              <a:cs typeface="Segoe UI"/>
            </a:endParaRPr>
          </a:p>
          <a:p>
            <a:pPr algn="l" rtl="0">
              <a:lnSpc>
                <a:spcPts val="2700"/>
              </a:lnSpc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</a:p>
          <a:p>
            <a:pPr algn="ctr"/>
            <a:endParaRPr lang="it-IT"/>
          </a:p>
        </p:txBody>
      </p:sp>
      <p:pic>
        <p:nvPicPr>
          <p:cNvPr id="4" name="Immagine 3" descr="Immagine che contiene testo, schermata, menu&#10;&#10;Il contenuto generato dall&amp;#39;IA potrebbe non essere corretto.">
            <a:extLst>
              <a:ext uri="{FF2B5EF4-FFF2-40B4-BE49-F238E27FC236}">
                <a16:creationId xmlns:a16="http://schemas.microsoft.com/office/drawing/2014/main" id="{B2329453-732D-A0BB-DDF1-85B940A70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" y="0"/>
            <a:ext cx="914049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26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392" y="959048"/>
            <a:ext cx="4300538" cy="322540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79963" y="713854"/>
            <a:ext cx="1504578" cy="275258"/>
          </a:xfrm>
          <a:prstGeom prst="roundRect">
            <a:avLst>
              <a:gd name="adj" fmla="val 6421"/>
            </a:avLst>
          </a:prstGeom>
          <a:solidFill>
            <a:srgbClr val="441709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68292" y="792584"/>
            <a:ext cx="117797" cy="11779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44951" y="757982"/>
            <a:ext cx="1151260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IL PROTOTIPO REALE</a:t>
            </a:r>
            <a:endParaRPr lang="en-US" sz="900"/>
          </a:p>
        </p:txBody>
      </p:sp>
      <p:sp>
        <p:nvSpPr>
          <p:cNvPr id="6" name="Text 2"/>
          <p:cNvSpPr/>
          <p:nvPr/>
        </p:nvSpPr>
        <p:spPr>
          <a:xfrm>
            <a:off x="5179963" y="1047080"/>
            <a:ext cx="3453333" cy="4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Il nostro prototipo</a:t>
            </a:r>
            <a:endParaRPr lang="en-US" sz="2700"/>
          </a:p>
        </p:txBody>
      </p:sp>
      <p:sp>
        <p:nvSpPr>
          <p:cNvPr id="7" name="Text 3"/>
          <p:cNvSpPr/>
          <p:nvPr/>
        </p:nvSpPr>
        <p:spPr>
          <a:xfrm>
            <a:off x="5179963" y="1625203"/>
            <a:ext cx="3453333" cy="701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Il circuito fisico è stato assemblato e testato in laboratorio scolastico, replicando fedelmente lo schema progettato su Tinkercad.</a:t>
            </a:r>
            <a:endParaRPr lang="en-US" sz="1150"/>
          </a:p>
        </p:txBody>
      </p:sp>
      <p:sp>
        <p:nvSpPr>
          <p:cNvPr id="8" name="Shape 4"/>
          <p:cNvSpPr/>
          <p:nvPr/>
        </p:nvSpPr>
        <p:spPr>
          <a:xfrm>
            <a:off x="5179963" y="2489448"/>
            <a:ext cx="3453333" cy="1086966"/>
          </a:xfrm>
          <a:prstGeom prst="roundRect">
            <a:avLst>
              <a:gd name="adj" fmla="val 2032"/>
            </a:avLst>
          </a:prstGeom>
          <a:solidFill>
            <a:srgbClr val="183A13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7228" y="2701751"/>
            <a:ext cx="184026" cy="14726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658520" y="2671167"/>
            <a:ext cx="2827511" cy="701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150" err="1">
                <a:solidFill>
                  <a:srgbClr val="FFFFFF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Prototipo</a:t>
            </a:r>
            <a:r>
              <a:rPr lang="en-US" sz="1150">
                <a:solidFill>
                  <a:srgbClr val="FFFFFF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 </a:t>
            </a:r>
            <a:r>
              <a:rPr lang="en-US" sz="1150" err="1">
                <a:solidFill>
                  <a:srgbClr val="FFFFFF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EcoWatt</a:t>
            </a:r>
            <a:r>
              <a:rPr lang="en-US" sz="1150">
                <a:solidFill>
                  <a:srgbClr val="FFFFFF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 </a:t>
            </a:r>
            <a:r>
              <a:rPr lang="en-US" sz="1150" err="1">
                <a:solidFill>
                  <a:srgbClr val="FFFFFF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realizzato</a:t>
            </a:r>
            <a:r>
              <a:rPr lang="en-US" sz="1150">
                <a:solidFill>
                  <a:srgbClr val="FFFFFF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 in </a:t>
            </a:r>
            <a:r>
              <a:rPr lang="en-US" sz="1150" err="1">
                <a:solidFill>
                  <a:srgbClr val="FFFFFF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laboratorio</a:t>
            </a:r>
            <a:r>
              <a:rPr lang="en-US" sz="1150">
                <a:solidFill>
                  <a:srgbClr val="FFFFFF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 </a:t>
            </a:r>
            <a:r>
              <a:rPr lang="en-US" sz="1150" err="1">
                <a:solidFill>
                  <a:srgbClr val="FFFFFF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scolastico</a:t>
            </a:r>
            <a:r>
              <a:rPr lang="en-US" sz="1150">
                <a:solidFill>
                  <a:srgbClr val="FFFFFF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 da </a:t>
            </a:r>
            <a:r>
              <a:rPr lang="en-US" sz="1150" b="1">
                <a:solidFill>
                  <a:srgbClr val="FFFFFF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Andrea Volpi e Alessandro Martinez</a:t>
            </a:r>
            <a:r>
              <a:rPr lang="en-US" sz="1150">
                <a:solidFill>
                  <a:srgbClr val="FFFFFF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.</a:t>
            </a:r>
            <a:endParaRPr lang="en-US" sz="1150">
              <a:latin typeface="Quattrocento"/>
            </a:endParaRPr>
          </a:p>
        </p:txBody>
      </p:sp>
      <p:sp>
        <p:nvSpPr>
          <p:cNvPr id="11" name="Text 6"/>
          <p:cNvSpPr/>
          <p:nvPr/>
        </p:nvSpPr>
        <p:spPr>
          <a:xfrm>
            <a:off x="5179963" y="3739455"/>
            <a:ext cx="3453333" cy="80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Base in legno per stabilità e presentazione</a:t>
            </a:r>
            <a:endParaRPr lang="en-US" sz="115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Tutti i componenti correttamente collegati</a:t>
            </a:r>
            <a:endParaRPr lang="en-US" sz="115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Testato e verificato in più scenari operativi</a:t>
            </a:r>
            <a:endParaRPr lang="en-US" sz="1150"/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A5BFA047-AF3D-F9A5-B07E-44C2CD62665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479" t="44262" r="1290" b="-2821"/>
          <a:stretch>
            <a:fillRect/>
          </a:stretch>
        </p:blipFill>
        <p:spPr>
          <a:xfrm>
            <a:off x="7921238" y="4802169"/>
            <a:ext cx="1226187" cy="34153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9</Slides>
  <Notes>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revision>1</cp:revision>
  <dcterms:created xsi:type="dcterms:W3CDTF">2026-05-13T08:25:09Z</dcterms:created>
  <dcterms:modified xsi:type="dcterms:W3CDTF">2026-05-13T10:27:42Z</dcterms:modified>
</cp:coreProperties>
</file>